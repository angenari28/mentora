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Inter SemiBold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Int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SemiBold-bold.fntdata"/><Relationship Id="rId14" Type="http://schemas.openxmlformats.org/officeDocument/2006/relationships/font" Target="fonts/InterSemiBold-regular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.fntdata"/><Relationship Id="rId6" Type="http://schemas.openxmlformats.org/officeDocument/2006/relationships/slide" Target="slides/slide1.xml"/><Relationship Id="rId18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9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9525" y="9525"/>
            <a:ext cx="12172950" cy="6838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2094607"/>
            <a:ext cx="11581447" cy="184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FFCC"/>
                </a:solidFill>
                <a:latin typeface="Inter"/>
                <a:ea typeface="Inter"/>
                <a:cs typeface="Inter"/>
                <a:sym typeface="Inter"/>
              </a:rPr>
              <a:t>Desenvolvimento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00FFCC"/>
                </a:solidFill>
                <a:latin typeface="Inter"/>
                <a:ea typeface="Inter"/>
                <a:cs typeface="Inter"/>
                <a:sym typeface="Inter"/>
              </a:rPr>
              <a:t> com LLM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4132957"/>
            <a:ext cx="110299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Dominando a Engenharia de IA Generativa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3535680" y="2671762"/>
            <a:ext cx="5120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Módulo 1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619750" y="3831877"/>
            <a:ext cx="95250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657600" y="4060477"/>
            <a:ext cx="487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Fundamentos e Arquitetura de LLMs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93181"/>
            <a:ext cx="5276850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93181"/>
            <a:ext cx="5276850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71550" y="3269456"/>
            <a:ext cx="47205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FF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Transformers e Tokens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71550" y="3755231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 base de todos os modelos modernos. Entenda como o mecanismo de </a:t>
            </a:r>
            <a:r>
              <a:rPr b="1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Self-Attention</a:t>
            </a: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permite que a IA processe contexto de forma paralela e eficiente.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3269456"/>
            <a:ext cx="47205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FF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Open vs. Proprietário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24650" y="3755231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Estratégias de escolha entre APIs comerciais (GPT-4, Claude) para rapidez, ou modelos locais (Llama 3, Mistral) para privacidade absoluta e customização.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71525" y="928836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Arquitetura e Modelos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81025" y="928836"/>
            <a:ext cx="57150" cy="51435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45506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81025" y="2688431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O prompt é a interface de programação da IA. Dominar técnicas avançadas é essencial para extrair resultados determinísticos:</a:t>
            </a:r>
            <a:endParaRPr/>
          </a:p>
        </p:txBody>
      </p:sp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55031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81025" y="3755231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Few-shot:</a:t>
            </a: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Fornecer exemplos claros.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81025" y="4202906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Chain-of-Thought:</a:t>
            </a: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Forçar o raciocínio passo a passo.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81025" y="4650581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System Messages:</a:t>
            </a: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Definir restrições de segurança e persona.</a:t>
            </a:r>
            <a:endParaRPr/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0761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25529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702968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771525" y="928836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Engenharia de Prompt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81025" y="928836"/>
            <a:ext cx="57150" cy="51435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55056"/>
            <a:ext cx="3486150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55056"/>
            <a:ext cx="3486150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355056"/>
            <a:ext cx="348615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853916" y="3555206"/>
            <a:ext cx="294036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FF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RAG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923925" y="4040981"/>
            <a:ext cx="28003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Conecte o modelo aos seus dados privados usando Bancos Vetoriais para eliminar alucinações.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4625816" y="3555206"/>
            <a:ext cx="294036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FF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Agentes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695825" y="4040981"/>
            <a:ext cx="28003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IA que toma decisões, usa ferramentas (browser, código) e completa objetivos de forma autônoma.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397716" y="3555206"/>
            <a:ext cx="294036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FF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LangChain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467725" y="4040981"/>
            <a:ext cx="28003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Orquestração de fluxos complexos e encadeamento de múltiplos prompts e ferramentas.</a:t>
            </a:r>
            <a:endParaRPr/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4550" y="2736056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5962" y="2736056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8350" y="2736056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771525" y="928836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RAG, Agentes e Orquestração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81025" y="928836"/>
            <a:ext cx="57150" cy="51435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24186"/>
            <a:ext cx="11029950" cy="445278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81025" y="4922043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Monitoramento contínuo é a chave para o sucesso em produção.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71525" y="928836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Avaliação e LLMOps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81025" y="928836"/>
            <a:ext cx="57150" cy="51435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2625566" y="2306389"/>
            <a:ext cx="694086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FFCC"/>
                </a:solidFill>
                <a:latin typeface="Inter"/>
                <a:ea typeface="Inter"/>
                <a:cs typeface="Inter"/>
                <a:sym typeface="Inter"/>
              </a:rPr>
              <a:t>Dúvidas?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2790825" y="3306514"/>
            <a:ext cx="66103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O futuro do desenvolvimento é impulsionado por IA.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2790825" y="4209454"/>
            <a:ext cx="6610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Obrigado pela atenção!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2790825" y="4657129"/>
            <a:ext cx="6610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www.seucurso.com.br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/>
          <p:nvPr/>
        </p:nvSpPr>
        <p:spPr>
          <a:xfrm>
            <a:off x="581025" y="3270498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581025" y="404574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81025" y="404574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0" name="Google Shape;1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1992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1676400" y="3413373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https://wp.sfdcdigital.com/en-us/wp-content/uploads/sites/4/2026/03/agentforce-marquee-NLP.jpeg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1676400" y="3659088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www.salesforce.com</a:t>
            </a:r>
            <a:endParaRPr/>
          </a:p>
        </p:txBody>
      </p:sp>
      <p:pic>
        <p:nvPicPr>
          <p:cNvPr descr="image.png" id="173" name="Google Shape;17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2046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1676400" y="4198143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https://img.freepik.com/premium-photo/blue-minimalist-modern-tech-background-16_769134-233.jpg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1676400" y="4443858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771525" y="928836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Image Sources</a:t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581025" y="928836"/>
            <a:ext cx="57150" cy="51435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